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76" r:id="rId4"/>
    <p:sldId id="271" r:id="rId5"/>
    <p:sldId id="259" r:id="rId6"/>
    <p:sldId id="262" r:id="rId7"/>
    <p:sldId id="260" r:id="rId8"/>
    <p:sldId id="265" r:id="rId9"/>
    <p:sldId id="267" r:id="rId10"/>
    <p:sldId id="272" r:id="rId11"/>
    <p:sldId id="261" r:id="rId12"/>
    <p:sldId id="277" r:id="rId13"/>
    <p:sldId id="278" r:id="rId14"/>
    <p:sldId id="279" r:id="rId15"/>
    <p:sldId id="263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Scholes" userId="e9dcf329245b32f7" providerId="LiveId" clId="{D84157A5-37D5-48DE-9E63-1FBD3AB50BC8}"/>
    <pc:docChg chg="custSel addSld delSld modSld sldOrd">
      <pc:chgData name="Paul Scholes" userId="e9dcf329245b32f7" providerId="LiveId" clId="{D84157A5-37D5-48DE-9E63-1FBD3AB50BC8}" dt="2022-04-09T12:59:13.919" v="4339" actId="20577"/>
      <pc:docMkLst>
        <pc:docMk/>
      </pc:docMkLst>
      <pc:sldChg chg="modSp mod">
        <pc:chgData name="Paul Scholes" userId="e9dcf329245b32f7" providerId="LiveId" clId="{D84157A5-37D5-48DE-9E63-1FBD3AB50BC8}" dt="2022-04-09T03:13:31.265" v="2424" actId="20577"/>
        <pc:sldMkLst>
          <pc:docMk/>
          <pc:sldMk cId="3126155972" sldId="256"/>
        </pc:sldMkLst>
        <pc:spChg chg="mod">
          <ac:chgData name="Paul Scholes" userId="e9dcf329245b32f7" providerId="LiveId" clId="{D84157A5-37D5-48DE-9E63-1FBD3AB50BC8}" dt="2022-04-09T03:13:31.265" v="2424" actId="20577"/>
          <ac:spMkLst>
            <pc:docMk/>
            <pc:sldMk cId="3126155972" sldId="256"/>
            <ac:spMk id="3" creationId="{D9FD04CF-2C99-437E-B714-3FDD9CAEB3AD}"/>
          </ac:spMkLst>
        </pc:spChg>
      </pc:sldChg>
      <pc:sldChg chg="modSp mod">
        <pc:chgData name="Paul Scholes" userId="e9dcf329245b32f7" providerId="LiveId" clId="{D84157A5-37D5-48DE-9E63-1FBD3AB50BC8}" dt="2022-04-09T12:59:13.919" v="4339" actId="20577"/>
        <pc:sldMkLst>
          <pc:docMk/>
          <pc:sldMk cId="2705673997" sldId="259"/>
        </pc:sldMkLst>
        <pc:spChg chg="mod">
          <ac:chgData name="Paul Scholes" userId="e9dcf329245b32f7" providerId="LiveId" clId="{D84157A5-37D5-48DE-9E63-1FBD3AB50BC8}" dt="2022-04-09T12:59:13.919" v="4339" actId="20577"/>
          <ac:spMkLst>
            <pc:docMk/>
            <pc:sldMk cId="2705673997" sldId="259"/>
            <ac:spMk id="3" creationId="{895B2E74-4CEA-4345-ACC3-FBF09EDEA26E}"/>
          </ac:spMkLst>
        </pc:spChg>
      </pc:sldChg>
      <pc:sldChg chg="modSp mod">
        <pc:chgData name="Paul Scholes" userId="e9dcf329245b32f7" providerId="LiveId" clId="{D84157A5-37D5-48DE-9E63-1FBD3AB50BC8}" dt="2022-04-09T12:46:22.958" v="3606" actId="20577"/>
        <pc:sldMkLst>
          <pc:docMk/>
          <pc:sldMk cId="525899425" sldId="260"/>
        </pc:sldMkLst>
        <pc:spChg chg="mod">
          <ac:chgData name="Paul Scholes" userId="e9dcf329245b32f7" providerId="LiveId" clId="{D84157A5-37D5-48DE-9E63-1FBD3AB50BC8}" dt="2022-04-09T12:46:22.958" v="3606" actId="20577"/>
          <ac:spMkLst>
            <pc:docMk/>
            <pc:sldMk cId="525899425" sldId="260"/>
            <ac:spMk id="2" creationId="{54BD2519-7B2C-4C0C-9628-1890BCCE02F7}"/>
          </ac:spMkLst>
        </pc:spChg>
        <pc:spChg chg="mod">
          <ac:chgData name="Paul Scholes" userId="e9dcf329245b32f7" providerId="LiveId" clId="{D84157A5-37D5-48DE-9E63-1FBD3AB50BC8}" dt="2022-04-09T04:23:52.950" v="2952" actId="20577"/>
          <ac:spMkLst>
            <pc:docMk/>
            <pc:sldMk cId="525899425" sldId="260"/>
            <ac:spMk id="3" creationId="{DB2BCEFC-24CB-46CE-9682-4BE380758706}"/>
          </ac:spMkLst>
        </pc:spChg>
      </pc:sldChg>
      <pc:sldChg chg="modSp mod">
        <pc:chgData name="Paul Scholes" userId="e9dcf329245b32f7" providerId="LiveId" clId="{D84157A5-37D5-48DE-9E63-1FBD3AB50BC8}" dt="2022-04-09T12:45:32.814" v="3492" actId="20577"/>
        <pc:sldMkLst>
          <pc:docMk/>
          <pc:sldMk cId="1416480737" sldId="262"/>
        </pc:sldMkLst>
        <pc:spChg chg="mod">
          <ac:chgData name="Paul Scholes" userId="e9dcf329245b32f7" providerId="LiveId" clId="{D84157A5-37D5-48DE-9E63-1FBD3AB50BC8}" dt="2022-04-09T12:45:32.814" v="3492" actId="20577"/>
          <ac:spMkLst>
            <pc:docMk/>
            <pc:sldMk cId="1416480737" sldId="262"/>
            <ac:spMk id="2" creationId="{F49342FB-88D6-48AE-81E1-E3C81AE73B68}"/>
          </ac:spMkLst>
        </pc:spChg>
        <pc:spChg chg="mod">
          <ac:chgData name="Paul Scholes" userId="e9dcf329245b32f7" providerId="LiveId" clId="{D84157A5-37D5-48DE-9E63-1FBD3AB50BC8}" dt="2022-04-09T04:11:38.350" v="2937" actId="20577"/>
          <ac:spMkLst>
            <pc:docMk/>
            <pc:sldMk cId="1416480737" sldId="262"/>
            <ac:spMk id="3" creationId="{AFAFC317-7DE3-48F3-BCB0-72AE323A7D8B}"/>
          </ac:spMkLst>
        </pc:spChg>
      </pc:sldChg>
      <pc:sldChg chg="modSp mod">
        <pc:chgData name="Paul Scholes" userId="e9dcf329245b32f7" providerId="LiveId" clId="{D84157A5-37D5-48DE-9E63-1FBD3AB50BC8}" dt="2022-04-09T04:25:36.180" v="3070" actId="20577"/>
        <pc:sldMkLst>
          <pc:docMk/>
          <pc:sldMk cId="79839172" sldId="263"/>
        </pc:sldMkLst>
        <pc:spChg chg="mod">
          <ac:chgData name="Paul Scholes" userId="e9dcf329245b32f7" providerId="LiveId" clId="{D84157A5-37D5-48DE-9E63-1FBD3AB50BC8}" dt="2022-04-09T04:25:36.180" v="3070" actId="20577"/>
          <ac:spMkLst>
            <pc:docMk/>
            <pc:sldMk cId="79839172" sldId="263"/>
            <ac:spMk id="3" creationId="{1688E6F5-706E-4A33-833C-D24F80461270}"/>
          </ac:spMkLst>
        </pc:spChg>
      </pc:sldChg>
      <pc:sldChg chg="modSp mod">
        <pc:chgData name="Paul Scholes" userId="e9dcf329245b32f7" providerId="LiveId" clId="{D84157A5-37D5-48DE-9E63-1FBD3AB50BC8}" dt="2022-04-09T03:29:37.737" v="2850" actId="20577"/>
        <pc:sldMkLst>
          <pc:docMk/>
          <pc:sldMk cId="1932183080" sldId="267"/>
        </pc:sldMkLst>
        <pc:spChg chg="mod">
          <ac:chgData name="Paul Scholes" userId="e9dcf329245b32f7" providerId="LiveId" clId="{D84157A5-37D5-48DE-9E63-1FBD3AB50BC8}" dt="2022-04-09T01:48:38.262" v="51" actId="20577"/>
          <ac:spMkLst>
            <pc:docMk/>
            <pc:sldMk cId="1932183080" sldId="267"/>
            <ac:spMk id="2" creationId="{510B2EDB-4619-4CA0-A04E-88BB4A474D93}"/>
          </ac:spMkLst>
        </pc:spChg>
        <pc:spChg chg="mod">
          <ac:chgData name="Paul Scholes" userId="e9dcf329245b32f7" providerId="LiveId" clId="{D84157A5-37D5-48DE-9E63-1FBD3AB50BC8}" dt="2022-04-09T03:29:37.737" v="2850" actId="20577"/>
          <ac:spMkLst>
            <pc:docMk/>
            <pc:sldMk cId="1932183080" sldId="267"/>
            <ac:spMk id="3" creationId="{56D7AE67-E4C0-4C52-B651-C0A3D2011705}"/>
          </ac:spMkLst>
        </pc:spChg>
      </pc:sldChg>
      <pc:sldChg chg="addSp modSp new mod">
        <pc:chgData name="Paul Scholes" userId="e9dcf329245b32f7" providerId="LiveId" clId="{D84157A5-37D5-48DE-9E63-1FBD3AB50BC8}" dt="2022-04-09T12:45:17.864" v="3442" actId="20577"/>
        <pc:sldMkLst>
          <pc:docMk/>
          <pc:sldMk cId="2395863983" sldId="271"/>
        </pc:sldMkLst>
        <pc:spChg chg="mod">
          <ac:chgData name="Paul Scholes" userId="e9dcf329245b32f7" providerId="LiveId" clId="{D84157A5-37D5-48DE-9E63-1FBD3AB50BC8}" dt="2022-04-09T12:45:17.864" v="3442" actId="20577"/>
          <ac:spMkLst>
            <pc:docMk/>
            <pc:sldMk cId="2395863983" sldId="271"/>
            <ac:spMk id="2" creationId="{1A6612AA-71A4-4081-8BBE-AD4CA5EB95F2}"/>
          </ac:spMkLst>
        </pc:spChg>
        <pc:spChg chg="mod">
          <ac:chgData name="Paul Scholes" userId="e9dcf329245b32f7" providerId="LiveId" clId="{D84157A5-37D5-48DE-9E63-1FBD3AB50BC8}" dt="2022-04-09T03:23:07.695" v="2740" actId="1076"/>
          <ac:spMkLst>
            <pc:docMk/>
            <pc:sldMk cId="2395863983" sldId="271"/>
            <ac:spMk id="3" creationId="{F1E9B814-FB96-46B7-AE34-82BBD4E12559}"/>
          </ac:spMkLst>
        </pc:spChg>
        <pc:picChg chg="add mod">
          <ac:chgData name="Paul Scholes" userId="e9dcf329245b32f7" providerId="LiveId" clId="{D84157A5-37D5-48DE-9E63-1FBD3AB50BC8}" dt="2022-04-09T01:54:32.563" v="454" actId="1076"/>
          <ac:picMkLst>
            <pc:docMk/>
            <pc:sldMk cId="2395863983" sldId="271"/>
            <ac:picMk id="5" creationId="{43A35A25-CA6F-404A-B032-F43B3C70BBC7}"/>
          </ac:picMkLst>
        </pc:picChg>
      </pc:sldChg>
      <pc:sldChg chg="addSp modSp new mod">
        <pc:chgData name="Paul Scholes" userId="e9dcf329245b32f7" providerId="LiveId" clId="{D84157A5-37D5-48DE-9E63-1FBD3AB50BC8}" dt="2022-04-09T02:14:45.847" v="596" actId="1076"/>
        <pc:sldMkLst>
          <pc:docMk/>
          <pc:sldMk cId="2754517451" sldId="272"/>
        </pc:sldMkLst>
        <pc:spChg chg="mod">
          <ac:chgData name="Paul Scholes" userId="e9dcf329245b32f7" providerId="LiveId" clId="{D84157A5-37D5-48DE-9E63-1FBD3AB50BC8}" dt="2022-04-09T01:56:41.855" v="586" actId="20577"/>
          <ac:spMkLst>
            <pc:docMk/>
            <pc:sldMk cId="2754517451" sldId="272"/>
            <ac:spMk id="2" creationId="{ADDCB8E1-2C47-4051-82CE-E627E2FE1809}"/>
          </ac:spMkLst>
        </pc:spChg>
        <pc:picChg chg="add mod">
          <ac:chgData name="Paul Scholes" userId="e9dcf329245b32f7" providerId="LiveId" clId="{D84157A5-37D5-48DE-9E63-1FBD3AB50BC8}" dt="2022-04-09T02:14:42.667" v="595" actId="1076"/>
          <ac:picMkLst>
            <pc:docMk/>
            <pc:sldMk cId="2754517451" sldId="272"/>
            <ac:picMk id="5" creationId="{9FA814CD-9B69-47C4-ABFE-88ECFDA4D680}"/>
          </ac:picMkLst>
        </pc:picChg>
        <pc:picChg chg="add mod">
          <ac:chgData name="Paul Scholes" userId="e9dcf329245b32f7" providerId="LiveId" clId="{D84157A5-37D5-48DE-9E63-1FBD3AB50BC8}" dt="2022-04-09T02:14:45.847" v="596" actId="1076"/>
          <ac:picMkLst>
            <pc:docMk/>
            <pc:sldMk cId="2754517451" sldId="272"/>
            <ac:picMk id="7" creationId="{C3CD7219-7B96-4F24-84A6-51758B5DCD26}"/>
          </ac:picMkLst>
        </pc:picChg>
      </pc:sldChg>
      <pc:sldChg chg="modSp new mod ord">
        <pc:chgData name="Paul Scholes" userId="e9dcf329245b32f7" providerId="LiveId" clId="{D84157A5-37D5-48DE-9E63-1FBD3AB50BC8}" dt="2022-04-09T12:44:26.720" v="3360" actId="20577"/>
        <pc:sldMkLst>
          <pc:docMk/>
          <pc:sldMk cId="989389036" sldId="276"/>
        </pc:sldMkLst>
        <pc:spChg chg="mod">
          <ac:chgData name="Paul Scholes" userId="e9dcf329245b32f7" providerId="LiveId" clId="{D84157A5-37D5-48DE-9E63-1FBD3AB50BC8}" dt="2022-04-09T12:43:10.113" v="3149" actId="20577"/>
          <ac:spMkLst>
            <pc:docMk/>
            <pc:sldMk cId="989389036" sldId="276"/>
            <ac:spMk id="2" creationId="{51006047-C820-4C22-9D8E-34D369F43A87}"/>
          </ac:spMkLst>
        </pc:spChg>
        <pc:spChg chg="mod">
          <ac:chgData name="Paul Scholes" userId="e9dcf329245b32f7" providerId="LiveId" clId="{D84157A5-37D5-48DE-9E63-1FBD3AB50BC8}" dt="2022-04-09T12:44:26.720" v="3360" actId="20577"/>
          <ac:spMkLst>
            <pc:docMk/>
            <pc:sldMk cId="989389036" sldId="276"/>
            <ac:spMk id="3" creationId="{D52CEA02-9188-4258-8AB7-01C40F9CA548}"/>
          </ac:spMkLst>
        </pc:spChg>
      </pc:sldChg>
    </pc:docChg>
  </pc:docChgLst>
  <pc:docChgLst>
    <pc:chgData name="Paul Scholes" userId="e9dcf329245b32f7" providerId="LiveId" clId="{12AED620-77ED-4A0D-90BD-48F334F1C140}"/>
    <pc:docChg chg="custSel modSld">
      <pc:chgData name="Paul Scholes" userId="e9dcf329245b32f7" providerId="LiveId" clId="{12AED620-77ED-4A0D-90BD-48F334F1C140}" dt="2022-02-18T14:49:00.846" v="550" actId="20577"/>
      <pc:docMkLst>
        <pc:docMk/>
      </pc:docMkLst>
      <pc:sldChg chg="modSp mod">
        <pc:chgData name="Paul Scholes" userId="e9dcf329245b32f7" providerId="LiveId" clId="{12AED620-77ED-4A0D-90BD-48F334F1C140}" dt="2022-02-18T13:57:21.981" v="187" actId="20577"/>
        <pc:sldMkLst>
          <pc:docMk/>
          <pc:sldMk cId="2705673997" sldId="259"/>
        </pc:sldMkLst>
        <pc:spChg chg="mod">
          <ac:chgData name="Paul Scholes" userId="e9dcf329245b32f7" providerId="LiveId" clId="{12AED620-77ED-4A0D-90BD-48F334F1C140}" dt="2022-02-18T13:57:21.981" v="187" actId="20577"/>
          <ac:spMkLst>
            <pc:docMk/>
            <pc:sldMk cId="2705673997" sldId="259"/>
            <ac:spMk id="3" creationId="{895B2E74-4CEA-4345-ACC3-FBF09EDEA26E}"/>
          </ac:spMkLst>
        </pc:spChg>
      </pc:sldChg>
      <pc:sldChg chg="modSp mod">
        <pc:chgData name="Paul Scholes" userId="e9dcf329245b32f7" providerId="LiveId" clId="{12AED620-77ED-4A0D-90BD-48F334F1C140}" dt="2022-02-18T14:48:42.162" v="548" actId="113"/>
        <pc:sldMkLst>
          <pc:docMk/>
          <pc:sldMk cId="525899425" sldId="260"/>
        </pc:sldMkLst>
        <pc:spChg chg="mod">
          <ac:chgData name="Paul Scholes" userId="e9dcf329245b32f7" providerId="LiveId" clId="{12AED620-77ED-4A0D-90BD-48F334F1C140}" dt="2022-02-18T14:48:42.162" v="548" actId="113"/>
          <ac:spMkLst>
            <pc:docMk/>
            <pc:sldMk cId="525899425" sldId="260"/>
            <ac:spMk id="3" creationId="{DB2BCEFC-24CB-46CE-9682-4BE380758706}"/>
          </ac:spMkLst>
        </pc:spChg>
      </pc:sldChg>
      <pc:sldChg chg="modSp mod">
        <pc:chgData name="Paul Scholes" userId="e9dcf329245b32f7" providerId="LiveId" clId="{12AED620-77ED-4A0D-90BD-48F334F1C140}" dt="2022-02-18T14:11:21.762" v="530" actId="5793"/>
        <pc:sldMkLst>
          <pc:docMk/>
          <pc:sldMk cId="1416480737" sldId="262"/>
        </pc:sldMkLst>
        <pc:spChg chg="mod">
          <ac:chgData name="Paul Scholes" userId="e9dcf329245b32f7" providerId="LiveId" clId="{12AED620-77ED-4A0D-90BD-48F334F1C140}" dt="2022-02-18T14:11:21.762" v="530" actId="5793"/>
          <ac:spMkLst>
            <pc:docMk/>
            <pc:sldMk cId="1416480737" sldId="262"/>
            <ac:spMk id="3" creationId="{AFAFC317-7DE3-48F3-BCB0-72AE323A7D8B}"/>
          </ac:spMkLst>
        </pc:spChg>
      </pc:sldChg>
      <pc:sldChg chg="modSp mod">
        <pc:chgData name="Paul Scholes" userId="e9dcf329245b32f7" providerId="LiveId" clId="{12AED620-77ED-4A0D-90BD-48F334F1C140}" dt="2022-02-18T14:49:00.846" v="550" actId="20577"/>
        <pc:sldMkLst>
          <pc:docMk/>
          <pc:sldMk cId="2365430281" sldId="265"/>
        </pc:sldMkLst>
        <pc:spChg chg="mod">
          <ac:chgData name="Paul Scholes" userId="e9dcf329245b32f7" providerId="LiveId" clId="{12AED620-77ED-4A0D-90BD-48F334F1C140}" dt="2022-02-18T14:49:00.846" v="550" actId="20577"/>
          <ac:spMkLst>
            <pc:docMk/>
            <pc:sldMk cId="2365430281" sldId="265"/>
            <ac:spMk id="3" creationId="{939CF342-ED6C-44BB-B9A6-7238939C9838}"/>
          </ac:spMkLst>
        </pc:spChg>
      </pc:sldChg>
    </pc:docChg>
  </pc:docChgLst>
  <pc:docChgLst>
    <pc:chgData name="Paul Scholes" userId="e9dcf329245b32f7" providerId="LiveId" clId="{73FF6E67-7558-4346-B52E-6997476B0395}"/>
    <pc:docChg chg="custSel modSld">
      <pc:chgData name="Paul Scholes" userId="e9dcf329245b32f7" providerId="LiveId" clId="{73FF6E67-7558-4346-B52E-6997476B0395}" dt="2022-10-24T17:26:59.612" v="29" actId="20577"/>
      <pc:docMkLst>
        <pc:docMk/>
      </pc:docMkLst>
      <pc:sldChg chg="modSp mod">
        <pc:chgData name="Paul Scholes" userId="e9dcf329245b32f7" providerId="LiveId" clId="{73FF6E67-7558-4346-B52E-6997476B0395}" dt="2022-10-24T17:26:30.646" v="0" actId="33524"/>
        <pc:sldMkLst>
          <pc:docMk/>
          <pc:sldMk cId="884113561" sldId="280"/>
        </pc:sldMkLst>
        <pc:spChg chg="mod">
          <ac:chgData name="Paul Scholes" userId="e9dcf329245b32f7" providerId="LiveId" clId="{73FF6E67-7558-4346-B52E-6997476B0395}" dt="2022-10-24T17:26:30.646" v="0" actId="33524"/>
          <ac:spMkLst>
            <pc:docMk/>
            <pc:sldMk cId="884113561" sldId="280"/>
            <ac:spMk id="3" creationId="{A492FF2A-E233-4B39-A3E6-F307ACEF451E}"/>
          </ac:spMkLst>
        </pc:spChg>
      </pc:sldChg>
      <pc:sldChg chg="modSp mod">
        <pc:chgData name="Paul Scholes" userId="e9dcf329245b32f7" providerId="LiveId" clId="{73FF6E67-7558-4346-B52E-6997476B0395}" dt="2022-10-24T17:26:59.612" v="29" actId="20577"/>
        <pc:sldMkLst>
          <pc:docMk/>
          <pc:sldMk cId="697352252" sldId="281"/>
        </pc:sldMkLst>
        <pc:spChg chg="mod">
          <ac:chgData name="Paul Scholes" userId="e9dcf329245b32f7" providerId="LiveId" clId="{73FF6E67-7558-4346-B52E-6997476B0395}" dt="2022-10-24T17:26:59.612" v="29" actId="20577"/>
          <ac:spMkLst>
            <pc:docMk/>
            <pc:sldMk cId="697352252" sldId="281"/>
            <ac:spMk id="3" creationId="{48447603-5146-4363-87EB-5EEF4EFD1094}"/>
          </ac:spMkLst>
        </pc:spChg>
      </pc:sldChg>
    </pc:docChg>
  </pc:docChgLst>
  <pc:docChgLst>
    <pc:chgData userId="e9dcf329245b32f7" providerId="LiveId" clId="{309F7CF6-D6CA-47C6-9EFE-99B259933EC2}"/>
    <pc:docChg chg="undo custSel addSld modSld sldOrd">
      <pc:chgData name="" userId="e9dcf329245b32f7" providerId="LiveId" clId="{309F7CF6-D6CA-47C6-9EFE-99B259933EC2}" dt="2022-02-21T13:47:17.269" v="2283" actId="20577"/>
      <pc:docMkLst>
        <pc:docMk/>
      </pc:docMkLst>
      <pc:sldChg chg="modSp">
        <pc:chgData name="" userId="e9dcf329245b32f7" providerId="LiveId" clId="{309F7CF6-D6CA-47C6-9EFE-99B259933EC2}" dt="2022-02-21T13:47:17.269" v="2283" actId="20577"/>
        <pc:sldMkLst>
          <pc:docMk/>
          <pc:sldMk cId="2705673997" sldId="259"/>
        </pc:sldMkLst>
        <pc:spChg chg="mod">
          <ac:chgData name="" userId="e9dcf329245b32f7" providerId="LiveId" clId="{309F7CF6-D6CA-47C6-9EFE-99B259933EC2}" dt="2022-02-21T13:47:17.269" v="2283" actId="20577"/>
          <ac:spMkLst>
            <pc:docMk/>
            <pc:sldMk cId="2705673997" sldId="259"/>
            <ac:spMk id="3" creationId="{895B2E74-4CEA-4345-ACC3-FBF09EDEA26E}"/>
          </ac:spMkLst>
        </pc:spChg>
      </pc:sldChg>
      <pc:sldChg chg="modSp">
        <pc:chgData name="" userId="e9dcf329245b32f7" providerId="LiveId" clId="{309F7CF6-D6CA-47C6-9EFE-99B259933EC2}" dt="2022-02-18T19:50:32.497" v="1196" actId="20577"/>
        <pc:sldMkLst>
          <pc:docMk/>
          <pc:sldMk cId="525899425" sldId="260"/>
        </pc:sldMkLst>
        <pc:spChg chg="mod">
          <ac:chgData name="" userId="e9dcf329245b32f7" providerId="LiveId" clId="{309F7CF6-D6CA-47C6-9EFE-99B259933EC2}" dt="2022-02-18T19:50:32.497" v="1196" actId="20577"/>
          <ac:spMkLst>
            <pc:docMk/>
            <pc:sldMk cId="525899425" sldId="260"/>
            <ac:spMk id="3" creationId="{DB2BCEFC-24CB-46CE-9682-4BE380758706}"/>
          </ac:spMkLst>
        </pc:spChg>
      </pc:sldChg>
      <pc:sldChg chg="modSp ord">
        <pc:chgData name="" userId="e9dcf329245b32f7" providerId="LiveId" clId="{309F7CF6-D6CA-47C6-9EFE-99B259933EC2}" dt="2022-02-19T16:00:56.897" v="2157"/>
        <pc:sldMkLst>
          <pc:docMk/>
          <pc:sldMk cId="2169970937" sldId="261"/>
        </pc:sldMkLst>
        <pc:spChg chg="mod">
          <ac:chgData name="" userId="e9dcf329245b32f7" providerId="LiveId" clId="{309F7CF6-D6CA-47C6-9EFE-99B259933EC2}" dt="2022-02-18T19:36:39.227" v="46" actId="20577"/>
          <ac:spMkLst>
            <pc:docMk/>
            <pc:sldMk cId="2169970937" sldId="261"/>
            <ac:spMk id="2" creationId="{2D587E21-15A0-45FE-A95D-ED5D350DD704}"/>
          </ac:spMkLst>
        </pc:spChg>
      </pc:sldChg>
      <pc:sldChg chg="modSp">
        <pc:chgData name="" userId="e9dcf329245b32f7" providerId="LiveId" clId="{309F7CF6-D6CA-47C6-9EFE-99B259933EC2}" dt="2022-02-18T19:49:43.036" v="1142" actId="20577"/>
        <pc:sldMkLst>
          <pc:docMk/>
          <pc:sldMk cId="1416480737" sldId="262"/>
        </pc:sldMkLst>
        <pc:spChg chg="mod">
          <ac:chgData name="" userId="e9dcf329245b32f7" providerId="LiveId" clId="{309F7CF6-D6CA-47C6-9EFE-99B259933EC2}" dt="2022-02-18T19:49:43.036" v="1142" actId="20577"/>
          <ac:spMkLst>
            <pc:docMk/>
            <pc:sldMk cId="1416480737" sldId="262"/>
            <ac:spMk id="3" creationId="{AFAFC317-7DE3-48F3-BCB0-72AE323A7D8B}"/>
          </ac:spMkLst>
        </pc:spChg>
      </pc:sldChg>
      <pc:sldChg chg="modSp">
        <pc:chgData name="" userId="e9dcf329245b32f7" providerId="LiveId" clId="{309F7CF6-D6CA-47C6-9EFE-99B259933EC2}" dt="2022-02-19T16:07:10.260" v="2252" actId="20577"/>
        <pc:sldMkLst>
          <pc:docMk/>
          <pc:sldMk cId="79839172" sldId="263"/>
        </pc:sldMkLst>
        <pc:spChg chg="mod">
          <ac:chgData name="" userId="e9dcf329245b32f7" providerId="LiveId" clId="{309F7CF6-D6CA-47C6-9EFE-99B259933EC2}" dt="2022-02-19T16:07:10.260" v="2252" actId="20577"/>
          <ac:spMkLst>
            <pc:docMk/>
            <pc:sldMk cId="79839172" sldId="263"/>
            <ac:spMk id="3" creationId="{1688E6F5-706E-4A33-833C-D24F80461270}"/>
          </ac:spMkLst>
        </pc:spChg>
      </pc:sldChg>
      <pc:sldChg chg="modSp">
        <pc:chgData name="" userId="e9dcf329245b32f7" providerId="LiveId" clId="{309F7CF6-D6CA-47C6-9EFE-99B259933EC2}" dt="2022-02-18T19:44:41.811" v="819" actId="20577"/>
        <pc:sldMkLst>
          <pc:docMk/>
          <pc:sldMk cId="2365430281" sldId="265"/>
        </pc:sldMkLst>
        <pc:spChg chg="mod">
          <ac:chgData name="" userId="e9dcf329245b32f7" providerId="LiveId" clId="{309F7CF6-D6CA-47C6-9EFE-99B259933EC2}" dt="2022-02-18T19:44:41.811" v="819" actId="20577"/>
          <ac:spMkLst>
            <pc:docMk/>
            <pc:sldMk cId="2365430281" sldId="265"/>
            <ac:spMk id="3" creationId="{939CF342-ED6C-44BB-B9A6-7238939C9838}"/>
          </ac:spMkLst>
        </pc:spChg>
      </pc:sldChg>
      <pc:sldChg chg="modSp add">
        <pc:chgData name="" userId="e9dcf329245b32f7" providerId="LiveId" clId="{309F7CF6-D6CA-47C6-9EFE-99B259933EC2}" dt="2022-02-18T19:38:48.261" v="364" actId="20577"/>
        <pc:sldMkLst>
          <pc:docMk/>
          <pc:sldMk cId="1932183080" sldId="267"/>
        </pc:sldMkLst>
        <pc:spChg chg="mod">
          <ac:chgData name="" userId="e9dcf329245b32f7" providerId="LiveId" clId="{309F7CF6-D6CA-47C6-9EFE-99B259933EC2}" dt="2022-02-18T19:37:09.411" v="88" actId="20577"/>
          <ac:spMkLst>
            <pc:docMk/>
            <pc:sldMk cId="1932183080" sldId="267"/>
            <ac:spMk id="2" creationId="{510B2EDB-4619-4CA0-A04E-88BB4A474D93}"/>
          </ac:spMkLst>
        </pc:spChg>
        <pc:spChg chg="mod">
          <ac:chgData name="" userId="e9dcf329245b32f7" providerId="LiveId" clId="{309F7CF6-D6CA-47C6-9EFE-99B259933EC2}" dt="2022-02-18T19:38:48.261" v="364" actId="20577"/>
          <ac:spMkLst>
            <pc:docMk/>
            <pc:sldMk cId="1932183080" sldId="267"/>
            <ac:spMk id="3" creationId="{56D7AE67-E4C0-4C52-B651-C0A3D2011705}"/>
          </ac:spMkLst>
        </pc:spChg>
      </pc:sldChg>
    </pc:docChg>
  </pc:docChgLst>
  <pc:docChgLst>
    <pc:chgData userId="e9dcf329245b32f7" providerId="LiveId" clId="{25DD4561-DB53-4FCC-B1A6-6497D6594F39}"/>
    <pc:docChg chg="custSel addSld delSld modSld sldOrd">
      <pc:chgData name="" userId="e9dcf329245b32f7" providerId="LiveId" clId="{25DD4561-DB53-4FCC-B1A6-6497D6594F39}" dt="2022-04-28T12:47:03.722" v="2465" actId="20577"/>
      <pc:docMkLst>
        <pc:docMk/>
      </pc:docMkLst>
      <pc:sldChg chg="delSp modSp add del">
        <pc:chgData name="" userId="e9dcf329245b32f7" providerId="LiveId" clId="{25DD4561-DB53-4FCC-B1A6-6497D6594F39}" dt="2022-04-27T18:16:10.857" v="18" actId="2696"/>
        <pc:sldMkLst>
          <pc:docMk/>
          <pc:sldMk cId="95992585" sldId="257"/>
        </pc:sldMkLst>
        <pc:picChg chg="del mod">
          <ac:chgData name="" userId="e9dcf329245b32f7" providerId="LiveId" clId="{25DD4561-DB53-4FCC-B1A6-6497D6594F39}" dt="2022-04-27T18:16:05.905" v="17" actId="1076"/>
          <ac:picMkLst>
            <pc:docMk/>
            <pc:sldMk cId="95992585" sldId="257"/>
            <ac:picMk id="2" creationId="{FB7004AA-63F4-4E51-A45A-67231DB395D8}"/>
          </ac:picMkLst>
        </pc:picChg>
      </pc:sldChg>
      <pc:sldChg chg="modSp">
        <pc:chgData name="" userId="e9dcf329245b32f7" providerId="LiveId" clId="{25DD4561-DB53-4FCC-B1A6-6497D6594F39}" dt="2022-04-27T19:38:07.872" v="1001" actId="20577"/>
        <pc:sldMkLst>
          <pc:docMk/>
          <pc:sldMk cId="2169970937" sldId="261"/>
        </pc:sldMkLst>
        <pc:spChg chg="mod">
          <ac:chgData name="" userId="e9dcf329245b32f7" providerId="LiveId" clId="{25DD4561-DB53-4FCC-B1A6-6497D6594F39}" dt="2022-04-27T19:38:07.872" v="1001" actId="20577"/>
          <ac:spMkLst>
            <pc:docMk/>
            <pc:sldMk cId="2169970937" sldId="261"/>
            <ac:spMk id="3" creationId="{82C69FF4-1ED8-451D-B93E-5DEFDFF84A94}"/>
          </ac:spMkLst>
        </pc:spChg>
      </pc:sldChg>
      <pc:sldChg chg="modSp">
        <pc:chgData name="" userId="e9dcf329245b32f7" providerId="LiveId" clId="{25DD4561-DB53-4FCC-B1A6-6497D6594F39}" dt="2022-04-27T19:44:55.111" v="1022" actId="20577"/>
        <pc:sldMkLst>
          <pc:docMk/>
          <pc:sldMk cId="79839172" sldId="263"/>
        </pc:sldMkLst>
        <pc:spChg chg="mod">
          <ac:chgData name="" userId="e9dcf329245b32f7" providerId="LiveId" clId="{25DD4561-DB53-4FCC-B1A6-6497D6594F39}" dt="2022-04-27T19:44:55.111" v="1022" actId="20577"/>
          <ac:spMkLst>
            <pc:docMk/>
            <pc:sldMk cId="79839172" sldId="263"/>
            <ac:spMk id="3" creationId="{1688E6F5-706E-4A33-833C-D24F80461270}"/>
          </ac:spMkLst>
        </pc:spChg>
      </pc:sldChg>
      <pc:sldChg chg="modSp">
        <pc:chgData name="" userId="e9dcf329245b32f7" providerId="LiveId" clId="{25DD4561-DB53-4FCC-B1A6-6497D6594F39}" dt="2022-04-27T19:31:53.264" v="998" actId="20577"/>
        <pc:sldMkLst>
          <pc:docMk/>
          <pc:sldMk cId="1932183080" sldId="267"/>
        </pc:sldMkLst>
        <pc:spChg chg="mod">
          <ac:chgData name="" userId="e9dcf329245b32f7" providerId="LiveId" clId="{25DD4561-DB53-4FCC-B1A6-6497D6594F39}" dt="2022-04-27T19:31:53.264" v="998" actId="20577"/>
          <ac:spMkLst>
            <pc:docMk/>
            <pc:sldMk cId="1932183080" sldId="267"/>
            <ac:spMk id="3" creationId="{56D7AE67-E4C0-4C52-B651-C0A3D2011705}"/>
          </ac:spMkLst>
        </pc:spChg>
      </pc:sldChg>
      <pc:sldChg chg="delSp del">
        <pc:chgData name="" userId="e9dcf329245b32f7" providerId="LiveId" clId="{25DD4561-DB53-4FCC-B1A6-6497D6594F39}" dt="2022-04-27T19:17:45.538" v="895" actId="2696"/>
        <pc:sldMkLst>
          <pc:docMk/>
          <pc:sldMk cId="2666363782" sldId="268"/>
        </pc:sldMkLst>
        <pc:picChg chg="del">
          <ac:chgData name="" userId="e9dcf329245b32f7" providerId="LiveId" clId="{25DD4561-DB53-4FCC-B1A6-6497D6594F39}" dt="2022-04-27T19:17:44.302" v="894" actId="478"/>
          <ac:picMkLst>
            <pc:docMk/>
            <pc:sldMk cId="2666363782" sldId="268"/>
            <ac:picMk id="6" creationId="{95C3A9DC-4F3B-4D4F-9351-EE4CCB738E85}"/>
          </ac:picMkLst>
        </pc:picChg>
      </pc:sldChg>
      <pc:sldChg chg="del">
        <pc:chgData name="" userId="e9dcf329245b32f7" providerId="LiveId" clId="{25DD4561-DB53-4FCC-B1A6-6497D6594F39}" dt="2022-04-27T18:17:20.532" v="31" actId="2696"/>
        <pc:sldMkLst>
          <pc:docMk/>
          <pc:sldMk cId="4045995451" sldId="269"/>
        </pc:sldMkLst>
      </pc:sldChg>
      <pc:sldChg chg="addSp delSp modSp del">
        <pc:chgData name="" userId="e9dcf329245b32f7" providerId="LiveId" clId="{25DD4561-DB53-4FCC-B1A6-6497D6594F39}" dt="2022-04-27T18:16:56.504" v="30" actId="2696"/>
        <pc:sldMkLst>
          <pc:docMk/>
          <pc:sldMk cId="556007317" sldId="270"/>
        </pc:sldMkLst>
        <pc:spChg chg="mod">
          <ac:chgData name="" userId="e9dcf329245b32f7" providerId="LiveId" clId="{25DD4561-DB53-4FCC-B1A6-6497D6594F39}" dt="2022-04-27T18:16:45.325" v="29" actId="20577"/>
          <ac:spMkLst>
            <pc:docMk/>
            <pc:sldMk cId="556007317" sldId="270"/>
            <ac:spMk id="2" creationId="{666CE616-2AD1-4BA5-A7A9-3E1675687C4A}"/>
          </ac:spMkLst>
        </pc:spChg>
        <pc:spChg chg="del">
          <ac:chgData name="" userId="e9dcf329245b32f7" providerId="LiveId" clId="{25DD4561-DB53-4FCC-B1A6-6497D6594F39}" dt="2022-04-27T15:18:56.642" v="12"/>
          <ac:spMkLst>
            <pc:docMk/>
            <pc:sldMk cId="556007317" sldId="270"/>
            <ac:spMk id="4" creationId="{DF7AEC8A-475B-4041-8173-62FEAF564524}"/>
          </ac:spMkLst>
        </pc:spChg>
        <pc:picChg chg="add mod">
          <ac:chgData name="" userId="e9dcf329245b32f7" providerId="LiveId" clId="{25DD4561-DB53-4FCC-B1A6-6497D6594F39}" dt="2022-04-27T15:18:56.642" v="12"/>
          <ac:picMkLst>
            <pc:docMk/>
            <pc:sldMk cId="556007317" sldId="270"/>
            <ac:picMk id="6" creationId="{0C57E24A-CB3C-40BB-BED5-593CB70994FE}"/>
          </ac:picMkLst>
        </pc:picChg>
      </pc:sldChg>
      <pc:sldChg chg="addSp delSp modSp ord">
        <pc:chgData name="" userId="e9dcf329245b32f7" providerId="LiveId" clId="{25DD4561-DB53-4FCC-B1A6-6497D6594F39}" dt="2022-04-27T19:27:36.490" v="996"/>
        <pc:sldMkLst>
          <pc:docMk/>
          <pc:sldMk cId="2395863983" sldId="271"/>
        </pc:sldMkLst>
        <pc:spChg chg="del mod">
          <ac:chgData name="" userId="e9dcf329245b32f7" providerId="LiveId" clId="{25DD4561-DB53-4FCC-B1A6-6497D6594F39}" dt="2022-04-27T18:16:21.034" v="22"/>
          <ac:spMkLst>
            <pc:docMk/>
            <pc:sldMk cId="2395863983" sldId="271"/>
            <ac:spMk id="3" creationId="{F1E9B814-FB96-46B7-AE34-82BBD4E12559}"/>
          </ac:spMkLst>
        </pc:spChg>
        <pc:picChg chg="add del">
          <ac:chgData name="" userId="e9dcf329245b32f7" providerId="LiveId" clId="{25DD4561-DB53-4FCC-B1A6-6497D6594F39}" dt="2022-04-27T18:16:16.001" v="20"/>
          <ac:picMkLst>
            <pc:docMk/>
            <pc:sldMk cId="2395863983" sldId="271"/>
            <ac:picMk id="4" creationId="{2FCB241D-B2BA-441D-87F7-C349EF64F303}"/>
          </ac:picMkLst>
        </pc:picChg>
        <pc:picChg chg="add mod">
          <ac:chgData name="" userId="e9dcf329245b32f7" providerId="LiveId" clId="{25DD4561-DB53-4FCC-B1A6-6497D6594F39}" dt="2022-04-27T18:16:30.669" v="25" actId="1076"/>
          <ac:picMkLst>
            <pc:docMk/>
            <pc:sldMk cId="2395863983" sldId="271"/>
            <ac:picMk id="5" creationId="{E056BE2D-61C7-4A5A-878F-FCC72CA4AD56}"/>
          </ac:picMkLst>
        </pc:picChg>
      </pc:sldChg>
      <pc:sldChg chg="addSp modSp ord">
        <pc:chgData name="" userId="e9dcf329245b32f7" providerId="LiveId" clId="{25DD4561-DB53-4FCC-B1A6-6497D6594F39}" dt="2022-04-27T15:08:45.697" v="10" actId="767"/>
        <pc:sldMkLst>
          <pc:docMk/>
          <pc:sldMk cId="2754517451" sldId="272"/>
        </pc:sldMkLst>
        <pc:spChg chg="add mod">
          <ac:chgData name="" userId="e9dcf329245b32f7" providerId="LiveId" clId="{25DD4561-DB53-4FCC-B1A6-6497D6594F39}" dt="2022-04-27T15:06:53.007" v="5" actId="207"/>
          <ac:spMkLst>
            <pc:docMk/>
            <pc:sldMk cId="2754517451" sldId="272"/>
            <ac:spMk id="8" creationId="{BFB9166C-EB93-4BA2-850D-D3C8B20A014A}"/>
          </ac:spMkLst>
        </pc:spChg>
        <pc:spChg chg="add mod">
          <ac:chgData name="" userId="e9dcf329245b32f7" providerId="LiveId" clId="{25DD4561-DB53-4FCC-B1A6-6497D6594F39}" dt="2022-04-27T15:07:04.940" v="6" actId="11529"/>
          <ac:spMkLst>
            <pc:docMk/>
            <pc:sldMk cId="2754517451" sldId="272"/>
            <ac:spMk id="9" creationId="{C8848BFF-6057-48E9-B958-A54407765A4D}"/>
          </ac:spMkLst>
        </pc:spChg>
        <pc:spChg chg="add mod">
          <ac:chgData name="" userId="e9dcf329245b32f7" providerId="LiveId" clId="{25DD4561-DB53-4FCC-B1A6-6497D6594F39}" dt="2022-04-27T15:08:22.672" v="7" actId="767"/>
          <ac:spMkLst>
            <pc:docMk/>
            <pc:sldMk cId="2754517451" sldId="272"/>
            <ac:spMk id="10" creationId="{E76346BE-7D4D-4BE0-A4E2-6A417591616F}"/>
          </ac:spMkLst>
        </pc:spChg>
        <pc:spChg chg="add mod">
          <ac:chgData name="" userId="e9dcf329245b32f7" providerId="LiveId" clId="{25DD4561-DB53-4FCC-B1A6-6497D6594F39}" dt="2022-04-27T15:08:30.024" v="8" actId="767"/>
          <ac:spMkLst>
            <pc:docMk/>
            <pc:sldMk cId="2754517451" sldId="272"/>
            <ac:spMk id="11" creationId="{7FB1F4A9-D294-4973-B100-6974F662460A}"/>
          </ac:spMkLst>
        </pc:spChg>
        <pc:spChg chg="add mod">
          <ac:chgData name="" userId="e9dcf329245b32f7" providerId="LiveId" clId="{25DD4561-DB53-4FCC-B1A6-6497D6594F39}" dt="2022-04-27T15:08:37.448" v="9" actId="767"/>
          <ac:spMkLst>
            <pc:docMk/>
            <pc:sldMk cId="2754517451" sldId="272"/>
            <ac:spMk id="12" creationId="{97AA32A5-6A07-4E6B-9128-1342D2CEEF10}"/>
          </ac:spMkLst>
        </pc:spChg>
        <pc:spChg chg="add mod">
          <ac:chgData name="" userId="e9dcf329245b32f7" providerId="LiveId" clId="{25DD4561-DB53-4FCC-B1A6-6497D6594F39}" dt="2022-04-27T15:08:45.697" v="10" actId="767"/>
          <ac:spMkLst>
            <pc:docMk/>
            <pc:sldMk cId="2754517451" sldId="272"/>
            <ac:spMk id="13" creationId="{CAB75DB3-5A45-4363-99D0-6DBCFCDF0B2D}"/>
          </ac:spMkLst>
        </pc:spChg>
        <pc:cxnChg chg="add mod">
          <ac:chgData name="" userId="e9dcf329245b32f7" providerId="LiveId" clId="{25DD4561-DB53-4FCC-B1A6-6497D6594F39}" dt="2022-04-27T15:06:19.194" v="2" actId="11529"/>
          <ac:cxnSpMkLst>
            <pc:docMk/>
            <pc:sldMk cId="2754517451" sldId="272"/>
            <ac:cxnSpMk id="6" creationId="{B25E7EC9-2E0E-4ADB-BA0A-ACF02BBE5439}"/>
          </ac:cxnSpMkLst>
        </pc:cxnChg>
      </pc:sldChg>
      <pc:sldChg chg="del">
        <pc:chgData name="" userId="e9dcf329245b32f7" providerId="LiveId" clId="{25DD4561-DB53-4FCC-B1A6-6497D6594F39}" dt="2022-04-27T18:17:23.598" v="33" actId="2696"/>
        <pc:sldMkLst>
          <pc:docMk/>
          <pc:sldMk cId="1115820324" sldId="274"/>
        </pc:sldMkLst>
      </pc:sldChg>
      <pc:sldChg chg="del">
        <pc:chgData name="" userId="e9dcf329245b32f7" providerId="LiveId" clId="{25DD4561-DB53-4FCC-B1A6-6497D6594F39}" dt="2022-04-27T18:17:22.739" v="32" actId="2696"/>
        <pc:sldMkLst>
          <pc:docMk/>
          <pc:sldMk cId="288319990" sldId="275"/>
        </pc:sldMkLst>
      </pc:sldChg>
      <pc:sldChg chg="addSp delSp modSp add ord">
        <pc:chgData name="" userId="e9dcf329245b32f7" providerId="LiveId" clId="{25DD4561-DB53-4FCC-B1A6-6497D6594F39}" dt="2022-04-27T19:55:17.155" v="1703" actId="1076"/>
        <pc:sldMkLst>
          <pc:docMk/>
          <pc:sldMk cId="535619772" sldId="277"/>
        </pc:sldMkLst>
        <pc:spChg chg="mod">
          <ac:chgData name="" userId="e9dcf329245b32f7" providerId="LiveId" clId="{25DD4561-DB53-4FCC-B1A6-6497D6594F39}" dt="2022-04-27T18:17:40.341" v="64" actId="20577"/>
          <ac:spMkLst>
            <pc:docMk/>
            <pc:sldMk cId="535619772" sldId="277"/>
            <ac:spMk id="2" creationId="{81A77C1A-9C4E-42B9-8B64-48EEFDEC316C}"/>
          </ac:spMkLst>
        </pc:spChg>
        <pc:spChg chg="del">
          <ac:chgData name="" userId="e9dcf329245b32f7" providerId="LiveId" clId="{25DD4561-DB53-4FCC-B1A6-6497D6594F39}" dt="2022-04-27T18:18:12.797" v="115"/>
          <ac:spMkLst>
            <pc:docMk/>
            <pc:sldMk cId="535619772" sldId="277"/>
            <ac:spMk id="3" creationId="{DC6D607B-5353-46A1-BC24-F190E904E176}"/>
          </ac:spMkLst>
        </pc:spChg>
        <pc:spChg chg="add del mod">
          <ac:chgData name="" userId="e9dcf329245b32f7" providerId="LiveId" clId="{25DD4561-DB53-4FCC-B1A6-6497D6594F39}" dt="2022-04-27T19:54:57.114" v="1698"/>
          <ac:spMkLst>
            <pc:docMk/>
            <pc:sldMk cId="535619772" sldId="277"/>
            <ac:spMk id="5" creationId="{7C81B137-D3C8-4E45-829C-DDF0A77694E5}"/>
          </ac:spMkLst>
        </pc:spChg>
        <pc:picChg chg="add del mod">
          <ac:chgData name="" userId="e9dcf329245b32f7" providerId="LiveId" clId="{25DD4561-DB53-4FCC-B1A6-6497D6594F39}" dt="2022-04-27T19:54:52.539" v="1695" actId="478"/>
          <ac:picMkLst>
            <pc:docMk/>
            <pc:sldMk cId="535619772" sldId="277"/>
            <ac:picMk id="4" creationId="{0DFD0321-C41A-492C-90CA-517F30E070BD}"/>
          </ac:picMkLst>
        </pc:picChg>
        <pc:picChg chg="add del">
          <ac:chgData name="" userId="e9dcf329245b32f7" providerId="LiveId" clId="{25DD4561-DB53-4FCC-B1A6-6497D6594F39}" dt="2022-04-27T19:54:55.858" v="1697"/>
          <ac:picMkLst>
            <pc:docMk/>
            <pc:sldMk cId="535619772" sldId="277"/>
            <ac:picMk id="6" creationId="{B72CF5AA-3237-44A4-BCCB-F1CC6B7A045E}"/>
          </ac:picMkLst>
        </pc:picChg>
        <pc:picChg chg="add mod">
          <ac:chgData name="" userId="e9dcf329245b32f7" providerId="LiveId" clId="{25DD4561-DB53-4FCC-B1A6-6497D6594F39}" dt="2022-04-27T19:55:17.155" v="1703" actId="1076"/>
          <ac:picMkLst>
            <pc:docMk/>
            <pc:sldMk cId="535619772" sldId="277"/>
            <ac:picMk id="7" creationId="{DC4824F9-1C64-4526-9AC3-C1CB445A825E}"/>
          </ac:picMkLst>
        </pc:picChg>
      </pc:sldChg>
      <pc:sldChg chg="addSp delSp modSp add ord">
        <pc:chgData name="" userId="e9dcf329245b32f7" providerId="LiveId" clId="{25DD4561-DB53-4FCC-B1A6-6497D6594F39}" dt="2022-04-27T18:18:58.757" v="122" actId="1076"/>
        <pc:sldMkLst>
          <pc:docMk/>
          <pc:sldMk cId="2728848228" sldId="278"/>
        </pc:sldMkLst>
        <pc:spChg chg="mod">
          <ac:chgData name="" userId="e9dcf329245b32f7" providerId="LiveId" clId="{25DD4561-DB53-4FCC-B1A6-6497D6594F39}" dt="2022-04-27T18:17:49.965" v="92" actId="20577"/>
          <ac:spMkLst>
            <pc:docMk/>
            <pc:sldMk cId="2728848228" sldId="278"/>
            <ac:spMk id="2" creationId="{439B8FCD-C7EB-44F8-B3D7-7561E8BFA8DC}"/>
          </ac:spMkLst>
        </pc:spChg>
        <pc:spChg chg="del">
          <ac:chgData name="" userId="e9dcf329245b32f7" providerId="LiveId" clId="{25DD4561-DB53-4FCC-B1A6-6497D6594F39}" dt="2022-04-27T18:18:50.942" v="119"/>
          <ac:spMkLst>
            <pc:docMk/>
            <pc:sldMk cId="2728848228" sldId="278"/>
            <ac:spMk id="3" creationId="{7A2B4294-15C8-4E7C-802E-30B2263D74CC}"/>
          </ac:spMkLst>
        </pc:spChg>
        <pc:picChg chg="add mod">
          <ac:chgData name="" userId="e9dcf329245b32f7" providerId="LiveId" clId="{25DD4561-DB53-4FCC-B1A6-6497D6594F39}" dt="2022-04-27T18:18:58.757" v="122" actId="1076"/>
          <ac:picMkLst>
            <pc:docMk/>
            <pc:sldMk cId="2728848228" sldId="278"/>
            <ac:picMk id="4" creationId="{D0ED2280-109A-43E5-9CD6-9677DCCBE978}"/>
          </ac:picMkLst>
        </pc:picChg>
      </pc:sldChg>
      <pc:sldChg chg="addSp delSp modSp add ord">
        <pc:chgData name="" userId="e9dcf329245b32f7" providerId="LiveId" clId="{25DD4561-DB53-4FCC-B1A6-6497D6594F39}" dt="2022-04-27T18:19:13.246" v="126" actId="1076"/>
        <pc:sldMkLst>
          <pc:docMk/>
          <pc:sldMk cId="1230008597" sldId="279"/>
        </pc:sldMkLst>
        <pc:spChg chg="mod">
          <ac:chgData name="" userId="e9dcf329245b32f7" providerId="LiveId" clId="{25DD4561-DB53-4FCC-B1A6-6497D6594F39}" dt="2022-04-27T18:17:56.630" v="114" actId="20577"/>
          <ac:spMkLst>
            <pc:docMk/>
            <pc:sldMk cId="1230008597" sldId="279"/>
            <ac:spMk id="2" creationId="{9D0090B0-F6DE-4C52-9989-CE1E11527CDA}"/>
          </ac:spMkLst>
        </pc:spChg>
        <pc:spChg chg="del">
          <ac:chgData name="" userId="e9dcf329245b32f7" providerId="LiveId" clId="{25DD4561-DB53-4FCC-B1A6-6497D6594F39}" dt="2022-04-27T18:19:06.567" v="123"/>
          <ac:spMkLst>
            <pc:docMk/>
            <pc:sldMk cId="1230008597" sldId="279"/>
            <ac:spMk id="3" creationId="{06D48CDA-4716-4321-A79D-B73D951258B0}"/>
          </ac:spMkLst>
        </pc:spChg>
        <pc:picChg chg="add mod">
          <ac:chgData name="" userId="e9dcf329245b32f7" providerId="LiveId" clId="{25DD4561-DB53-4FCC-B1A6-6497D6594F39}" dt="2022-04-27T18:19:13.246" v="126" actId="1076"/>
          <ac:picMkLst>
            <pc:docMk/>
            <pc:sldMk cId="1230008597" sldId="279"/>
            <ac:picMk id="4" creationId="{0D4C8181-277A-4CEE-AE31-25F82E987DBB}"/>
          </ac:picMkLst>
        </pc:picChg>
      </pc:sldChg>
      <pc:sldChg chg="modSp add">
        <pc:chgData name="" userId="e9dcf329245b32f7" providerId="LiveId" clId="{25DD4561-DB53-4FCC-B1A6-6497D6594F39}" dt="2022-04-28T12:45:44.095" v="2339" actId="20577"/>
        <pc:sldMkLst>
          <pc:docMk/>
          <pc:sldMk cId="884113561" sldId="280"/>
        </pc:sldMkLst>
        <pc:spChg chg="mod">
          <ac:chgData name="" userId="e9dcf329245b32f7" providerId="LiveId" clId="{25DD4561-DB53-4FCC-B1A6-6497D6594F39}" dt="2022-04-27T19:46:04.882" v="1039" actId="20577"/>
          <ac:spMkLst>
            <pc:docMk/>
            <pc:sldMk cId="884113561" sldId="280"/>
            <ac:spMk id="2" creationId="{48EC0ED7-C695-477C-A927-66EE395E4D1E}"/>
          </ac:spMkLst>
        </pc:spChg>
        <pc:spChg chg="mod">
          <ac:chgData name="" userId="e9dcf329245b32f7" providerId="LiveId" clId="{25DD4561-DB53-4FCC-B1A6-6497D6594F39}" dt="2022-04-28T12:45:44.095" v="2339" actId="20577"/>
          <ac:spMkLst>
            <pc:docMk/>
            <pc:sldMk cId="884113561" sldId="280"/>
            <ac:spMk id="3" creationId="{A492FF2A-E233-4B39-A3E6-F307ACEF451E}"/>
          </ac:spMkLst>
        </pc:spChg>
      </pc:sldChg>
      <pc:sldChg chg="modSp add">
        <pc:chgData name="" userId="e9dcf329245b32f7" providerId="LiveId" clId="{25DD4561-DB53-4FCC-B1A6-6497D6594F39}" dt="2022-04-28T12:47:03.722" v="2465" actId="20577"/>
        <pc:sldMkLst>
          <pc:docMk/>
          <pc:sldMk cId="697352252" sldId="281"/>
        </pc:sldMkLst>
        <pc:spChg chg="mod">
          <ac:chgData name="" userId="e9dcf329245b32f7" providerId="LiveId" clId="{25DD4561-DB53-4FCC-B1A6-6497D6594F39}" dt="2022-04-27T19:46:12.626" v="1058" actId="20577"/>
          <ac:spMkLst>
            <pc:docMk/>
            <pc:sldMk cId="697352252" sldId="281"/>
            <ac:spMk id="2" creationId="{4B0DB543-095B-4804-97F0-721284D4FE28}"/>
          </ac:spMkLst>
        </pc:spChg>
        <pc:spChg chg="mod">
          <ac:chgData name="" userId="e9dcf329245b32f7" providerId="LiveId" clId="{25DD4561-DB53-4FCC-B1A6-6497D6594F39}" dt="2022-04-28T12:47:03.722" v="2465" actId="20577"/>
          <ac:spMkLst>
            <pc:docMk/>
            <pc:sldMk cId="697352252" sldId="281"/>
            <ac:spMk id="3" creationId="{48447603-5146-4363-87EB-5EEF4EFD1094}"/>
          </ac:spMkLst>
        </pc:spChg>
      </pc:sldChg>
    </pc:docChg>
  </pc:docChgLst>
  <pc:docChgLst>
    <pc:chgData userId="e9dcf329245b32f7" providerId="LiveId" clId="{0BBF9D0B-487B-44B5-A01D-35910345C2C6}"/>
    <pc:docChg chg="custSel addSld delSld modSld sldOrd">
      <pc:chgData name="" userId="e9dcf329245b32f7" providerId="LiveId" clId="{0BBF9D0B-487B-44B5-A01D-35910345C2C6}" dt="2022-03-25T12:35:14.146" v="1180" actId="20577"/>
      <pc:docMkLst>
        <pc:docMk/>
      </pc:docMkLst>
      <pc:sldChg chg="modSp">
        <pc:chgData name="" userId="e9dcf329245b32f7" providerId="LiveId" clId="{0BBF9D0B-487B-44B5-A01D-35910345C2C6}" dt="2022-03-25T02:05:47.773" v="105" actId="20577"/>
        <pc:sldMkLst>
          <pc:docMk/>
          <pc:sldMk cId="2705673997" sldId="259"/>
        </pc:sldMkLst>
        <pc:spChg chg="mod">
          <ac:chgData name="" userId="e9dcf329245b32f7" providerId="LiveId" clId="{0BBF9D0B-487B-44B5-A01D-35910345C2C6}" dt="2022-03-25T02:05:47.773" v="105" actId="20577"/>
          <ac:spMkLst>
            <pc:docMk/>
            <pc:sldMk cId="2705673997" sldId="259"/>
            <ac:spMk id="3" creationId="{895B2E74-4CEA-4345-ACC3-FBF09EDEA26E}"/>
          </ac:spMkLst>
        </pc:spChg>
      </pc:sldChg>
      <pc:sldChg chg="modSp">
        <pc:chgData name="" userId="e9dcf329245b32f7" providerId="LiveId" clId="{0BBF9D0B-487B-44B5-A01D-35910345C2C6}" dt="2022-03-25T02:05:35.098" v="104" actId="20577"/>
        <pc:sldMkLst>
          <pc:docMk/>
          <pc:sldMk cId="525899425" sldId="260"/>
        </pc:sldMkLst>
        <pc:spChg chg="mod">
          <ac:chgData name="" userId="e9dcf329245b32f7" providerId="LiveId" clId="{0BBF9D0B-487B-44B5-A01D-35910345C2C6}" dt="2022-03-25T02:05:35.098" v="104" actId="20577"/>
          <ac:spMkLst>
            <pc:docMk/>
            <pc:sldMk cId="525899425" sldId="260"/>
            <ac:spMk id="3" creationId="{DB2BCEFC-24CB-46CE-9682-4BE380758706}"/>
          </ac:spMkLst>
        </pc:spChg>
      </pc:sldChg>
      <pc:sldChg chg="modSp">
        <pc:chgData name="" userId="e9dcf329245b32f7" providerId="LiveId" clId="{0BBF9D0B-487B-44B5-A01D-35910345C2C6}" dt="2022-03-25T12:29:25.868" v="1027" actId="313"/>
        <pc:sldMkLst>
          <pc:docMk/>
          <pc:sldMk cId="2169970937" sldId="261"/>
        </pc:sldMkLst>
        <pc:spChg chg="mod">
          <ac:chgData name="" userId="e9dcf329245b32f7" providerId="LiveId" clId="{0BBF9D0B-487B-44B5-A01D-35910345C2C6}" dt="2022-03-25T12:29:25.868" v="1027" actId="313"/>
          <ac:spMkLst>
            <pc:docMk/>
            <pc:sldMk cId="2169970937" sldId="261"/>
            <ac:spMk id="3" creationId="{82C69FF4-1ED8-451D-B93E-5DEFDFF84A94}"/>
          </ac:spMkLst>
        </pc:spChg>
      </pc:sldChg>
      <pc:sldChg chg="modSp">
        <pc:chgData name="" userId="e9dcf329245b32f7" providerId="LiveId" clId="{0BBF9D0B-487B-44B5-A01D-35910345C2C6}" dt="2022-03-25T12:35:14.146" v="1180" actId="20577"/>
        <pc:sldMkLst>
          <pc:docMk/>
          <pc:sldMk cId="1416480737" sldId="262"/>
        </pc:sldMkLst>
        <pc:spChg chg="mod">
          <ac:chgData name="" userId="e9dcf329245b32f7" providerId="LiveId" clId="{0BBF9D0B-487B-44B5-A01D-35910345C2C6}" dt="2022-03-25T12:35:14.146" v="1180" actId="20577"/>
          <ac:spMkLst>
            <pc:docMk/>
            <pc:sldMk cId="1416480737" sldId="262"/>
            <ac:spMk id="3" creationId="{AFAFC317-7DE3-48F3-BCB0-72AE323A7D8B}"/>
          </ac:spMkLst>
        </pc:spChg>
      </pc:sldChg>
      <pc:sldChg chg="modSp">
        <pc:chgData name="" userId="e9dcf329245b32f7" providerId="LiveId" clId="{0BBF9D0B-487B-44B5-A01D-35910345C2C6}" dt="2022-03-25T02:05:18.973" v="103" actId="20577"/>
        <pc:sldMkLst>
          <pc:docMk/>
          <pc:sldMk cId="1932183080" sldId="267"/>
        </pc:sldMkLst>
        <pc:spChg chg="mod">
          <ac:chgData name="" userId="e9dcf329245b32f7" providerId="LiveId" clId="{0BBF9D0B-487B-44B5-A01D-35910345C2C6}" dt="2022-03-25T02:05:18.973" v="103" actId="20577"/>
          <ac:spMkLst>
            <pc:docMk/>
            <pc:sldMk cId="1932183080" sldId="267"/>
            <ac:spMk id="3" creationId="{56D7AE67-E4C0-4C52-B651-C0A3D2011705}"/>
          </ac:spMkLst>
        </pc:spChg>
      </pc:sldChg>
    </pc:docChg>
  </pc:docChgLst>
  <pc:docChgLst>
    <pc:chgData name="Paul Scholes" userId="e9dcf329245b32f7" providerId="LiveId" clId="{CAC23A24-4EED-4CC7-A9B1-CD911970175E}"/>
    <pc:docChg chg="custSel modSld">
      <pc:chgData name="Paul Scholes" userId="e9dcf329245b32f7" providerId="LiveId" clId="{CAC23A24-4EED-4CC7-A9B1-CD911970175E}" dt="2022-02-19T19:53:49.827" v="99" actId="20577"/>
      <pc:docMkLst>
        <pc:docMk/>
      </pc:docMkLst>
      <pc:sldChg chg="modSp mod">
        <pc:chgData name="Paul Scholes" userId="e9dcf329245b32f7" providerId="LiveId" clId="{CAC23A24-4EED-4CC7-A9B1-CD911970175E}" dt="2022-02-18T19:02:09.785" v="97" actId="20577"/>
        <pc:sldMkLst>
          <pc:docMk/>
          <pc:sldMk cId="2705673997" sldId="259"/>
        </pc:sldMkLst>
        <pc:spChg chg="mod">
          <ac:chgData name="Paul Scholes" userId="e9dcf329245b32f7" providerId="LiveId" clId="{CAC23A24-4EED-4CC7-A9B1-CD911970175E}" dt="2022-02-18T19:02:09.785" v="97" actId="20577"/>
          <ac:spMkLst>
            <pc:docMk/>
            <pc:sldMk cId="2705673997" sldId="259"/>
            <ac:spMk id="3" creationId="{895B2E74-4CEA-4345-ACC3-FBF09EDEA26E}"/>
          </ac:spMkLst>
        </pc:spChg>
      </pc:sldChg>
      <pc:sldChg chg="modSp mod">
        <pc:chgData name="Paul Scholes" userId="e9dcf329245b32f7" providerId="LiveId" clId="{CAC23A24-4EED-4CC7-A9B1-CD911970175E}" dt="2022-02-19T19:53:49.827" v="99" actId="20577"/>
        <pc:sldMkLst>
          <pc:docMk/>
          <pc:sldMk cId="525899425" sldId="260"/>
        </pc:sldMkLst>
        <pc:spChg chg="mod">
          <ac:chgData name="Paul Scholes" userId="e9dcf329245b32f7" providerId="LiveId" clId="{CAC23A24-4EED-4CC7-A9B1-CD911970175E}" dt="2022-02-19T19:53:49.827" v="99" actId="20577"/>
          <ac:spMkLst>
            <pc:docMk/>
            <pc:sldMk cId="525899425" sldId="260"/>
            <ac:spMk id="3" creationId="{DB2BCEFC-24CB-46CE-9682-4BE380758706}"/>
          </ac:spMkLst>
        </pc:spChg>
      </pc:sldChg>
      <pc:sldChg chg="modSp mod">
        <pc:chgData name="Paul Scholes" userId="e9dcf329245b32f7" providerId="LiveId" clId="{CAC23A24-4EED-4CC7-A9B1-CD911970175E}" dt="2022-02-18T18:57:16.173" v="4" actId="20577"/>
        <pc:sldMkLst>
          <pc:docMk/>
          <pc:sldMk cId="2169970937" sldId="261"/>
        </pc:sldMkLst>
        <pc:spChg chg="mod">
          <ac:chgData name="Paul Scholes" userId="e9dcf329245b32f7" providerId="LiveId" clId="{CAC23A24-4EED-4CC7-A9B1-CD911970175E}" dt="2022-02-18T18:57:16.173" v="4" actId="20577"/>
          <ac:spMkLst>
            <pc:docMk/>
            <pc:sldMk cId="2169970937" sldId="261"/>
            <ac:spMk id="3" creationId="{82C69FF4-1ED8-451D-B93E-5DEFDFF84A94}"/>
          </ac:spMkLst>
        </pc:spChg>
      </pc:sldChg>
      <pc:sldChg chg="modSp mod">
        <pc:chgData name="Paul Scholes" userId="e9dcf329245b32f7" providerId="LiveId" clId="{CAC23A24-4EED-4CC7-A9B1-CD911970175E}" dt="2022-02-18T18:58:38.162" v="94" actId="20577"/>
        <pc:sldMkLst>
          <pc:docMk/>
          <pc:sldMk cId="1416480737" sldId="262"/>
        </pc:sldMkLst>
        <pc:spChg chg="mod">
          <ac:chgData name="Paul Scholes" userId="e9dcf329245b32f7" providerId="LiveId" clId="{CAC23A24-4EED-4CC7-A9B1-CD911970175E}" dt="2022-02-18T18:58:38.162" v="94" actId="20577"/>
          <ac:spMkLst>
            <pc:docMk/>
            <pc:sldMk cId="1416480737" sldId="262"/>
            <ac:spMk id="3" creationId="{AFAFC317-7DE3-48F3-BCB0-72AE323A7D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4A81-A849-46B1-A37B-81B32E7D6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100" y="1066800"/>
            <a:ext cx="9156700" cy="2965864"/>
          </a:xfrm>
        </p:spPr>
        <p:txBody>
          <a:bodyPr>
            <a:normAutofit/>
          </a:bodyPr>
          <a:lstStyle/>
          <a:p>
            <a:r>
              <a:rPr lang="en-US" dirty="0"/>
              <a:t>Do Refugees Who Become Economically Self-Sufficient Start With Nothing?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D04CF-2C99-437E-B714-3FDD9CAEB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Paul Scholes, University of North Carolina at Charlotte</a:t>
            </a:r>
          </a:p>
        </p:txBody>
      </p:sp>
    </p:spTree>
    <p:extLst>
      <p:ext uri="{BB962C8B-B14F-4D97-AF65-F5344CB8AC3E}">
        <p14:creationId xmlns:p14="http://schemas.microsoft.com/office/powerpoint/2010/main" val="312615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FA8A-9ADF-4D1D-B2E7-118EB0E7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F420-935F-4161-8BFF-B2D54A7BA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Background</a:t>
            </a:r>
          </a:p>
          <a:p>
            <a:endParaRPr lang="en-US" dirty="0"/>
          </a:p>
          <a:p>
            <a:r>
              <a:rPr lang="en-US" dirty="0"/>
              <a:t>Research Questions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Methods</a:t>
            </a:r>
          </a:p>
          <a:p>
            <a:endParaRPr lang="en-US" dirty="0"/>
          </a:p>
          <a:p>
            <a:r>
              <a:rPr lang="en-US" dirty="0"/>
              <a:t>Results</a:t>
            </a:r>
          </a:p>
          <a:p>
            <a:endParaRPr lang="en-US" dirty="0"/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2716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6047-C820-4C22-9D8E-34D369F4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Refugees are not migrants or asylum seekers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CEA02-9188-4258-8AB7-01C40F9CA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“Refugee” is UNHCR’s legal status</a:t>
            </a:r>
          </a:p>
          <a:p>
            <a:endParaRPr lang="en-US" dirty="0"/>
          </a:p>
          <a:p>
            <a:r>
              <a:rPr lang="en-US" dirty="0"/>
              <a:t>Petitions can only made to the UN</a:t>
            </a:r>
          </a:p>
          <a:p>
            <a:endParaRPr lang="en-US" dirty="0"/>
          </a:p>
          <a:p>
            <a:r>
              <a:rPr lang="en-US" dirty="0"/>
              <a:t>Extensive background checks from the UN and the US</a:t>
            </a:r>
          </a:p>
          <a:p>
            <a:endParaRPr lang="en-US" dirty="0"/>
          </a:p>
          <a:p>
            <a:r>
              <a:rPr lang="en-US" dirty="0"/>
              <a:t>Granted permanent resident status shortly after arrival to US</a:t>
            </a:r>
          </a:p>
        </p:txBody>
      </p:sp>
    </p:spTree>
    <p:extLst>
      <p:ext uri="{BB962C8B-B14F-4D97-AF65-F5344CB8AC3E}">
        <p14:creationId xmlns:p14="http://schemas.microsoft.com/office/powerpoint/2010/main" val="98938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12AA-71A4-4081-8BBE-AD4CA5EB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sense of Scale</a:t>
            </a:r>
          </a:p>
        </p:txBody>
      </p:sp>
      <p:pic>
        <p:nvPicPr>
          <p:cNvPr id="5" name="slide2" descr="Sheet 1">
            <a:extLst>
              <a:ext uri="{FF2B5EF4-FFF2-40B4-BE49-F238E27FC236}">
                <a16:creationId xmlns:a16="http://schemas.microsoft.com/office/drawing/2014/main" id="{E056BE2D-61C7-4A5A-878F-FCC72CA4A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69669"/>
            <a:ext cx="8686800" cy="4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6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E4E6-5031-4470-B751-BBAB2D1C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B2E74-4CEA-4345-ACC3-FBF09EDE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Traditional fear dependence on assistance programs (Cincinnati and Graham 2001)</a:t>
            </a:r>
          </a:p>
          <a:p>
            <a:pPr lvl="1"/>
            <a:r>
              <a:rPr lang="en-US" dirty="0"/>
              <a:t>Federal offices and programs prioritize finding a job ASAP, perhaps to the detriment of refugees and the U.S. economy (Fix, Hooper, and </a:t>
            </a:r>
            <a:r>
              <a:rPr lang="en-US" dirty="0" err="1"/>
              <a:t>Zong</a:t>
            </a:r>
            <a:r>
              <a:rPr lang="en-US" dirty="0"/>
              <a:t> 2017)</a:t>
            </a:r>
          </a:p>
          <a:p>
            <a:endParaRPr lang="en-US" dirty="0"/>
          </a:p>
          <a:p>
            <a:r>
              <a:rPr lang="en-US" dirty="0"/>
              <a:t>I focus on interplay of individual capital and contexts to analyze economic integration</a:t>
            </a:r>
          </a:p>
          <a:p>
            <a:endParaRPr lang="en-US" dirty="0"/>
          </a:p>
          <a:p>
            <a:r>
              <a:rPr lang="en-US" dirty="0"/>
              <a:t>Much more is known about immigrants than refugees.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7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42FB-88D6-48AE-81E1-E3C81AE7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Sociology and Refugee Studies offer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C317-7DE3-48F3-BCB0-72AE323A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Alba and </a:t>
            </a:r>
            <a:r>
              <a:rPr lang="en-US" dirty="0" err="1"/>
              <a:t>Nee’s</a:t>
            </a:r>
            <a:r>
              <a:rPr lang="en-US" dirty="0"/>
              <a:t> (1997) New Assimilation Theory</a:t>
            </a:r>
          </a:p>
          <a:p>
            <a:pPr lvl="1"/>
            <a:r>
              <a:rPr lang="en-US" dirty="0"/>
              <a:t>Emphasizes human capital, reception from host-context, strength of social ties (in-group and with natives),  and assimilation predicting other assimilation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dirty="0"/>
              <a:t>Phillimore’s opportunity structures (2020)</a:t>
            </a:r>
          </a:p>
          <a:p>
            <a:pPr lvl="1"/>
            <a:r>
              <a:rPr lang="en-US" dirty="0"/>
              <a:t>Locality, Support, Discourse, Relations, Structure</a:t>
            </a:r>
          </a:p>
          <a:p>
            <a:endParaRPr lang="en-US" dirty="0"/>
          </a:p>
          <a:p>
            <a:r>
              <a:rPr lang="en-US" dirty="0"/>
              <a:t>A frequent assumption in refugee studies is the blank slate explanation (Gold 1992; Tran and Lara-Garcia 2020)</a:t>
            </a:r>
          </a:p>
        </p:txBody>
      </p:sp>
    </p:spTree>
    <p:extLst>
      <p:ext uri="{BB962C8B-B14F-4D97-AF65-F5344CB8AC3E}">
        <p14:creationId xmlns:p14="http://schemas.microsoft.com/office/powerpoint/2010/main" val="141648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2519-7B2C-4C0C-9628-1890BCCE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 am interested in the relationship between individual traits and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CEFC-24CB-46CE-9682-4BE38075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300" y="2374900"/>
            <a:ext cx="9525000" cy="36957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How do pre/post-migration </a:t>
            </a:r>
            <a:r>
              <a:rPr lang="en-US" b="1" dirty="0"/>
              <a:t>human capital</a:t>
            </a:r>
            <a:r>
              <a:rPr lang="en-US" dirty="0"/>
              <a:t>, affect refugee economic integration?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How do pre/post-migration </a:t>
            </a:r>
            <a:r>
              <a:rPr lang="en-US" b="1" dirty="0"/>
              <a:t>context</a:t>
            </a:r>
            <a:r>
              <a:rPr lang="en-US" dirty="0"/>
              <a:t> factors shape economic integration?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Which set of predictors predicts economic integration better? 	</a:t>
            </a:r>
          </a:p>
        </p:txBody>
      </p:sp>
    </p:spTree>
    <p:extLst>
      <p:ext uri="{BB962C8B-B14F-4D97-AF65-F5344CB8AC3E}">
        <p14:creationId xmlns:p14="http://schemas.microsoft.com/office/powerpoint/2010/main" val="52589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02F5-39D7-457F-84EE-1F30B310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Annual Survey of Refugees 2016-2018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F342-ED6C-44BB-B9A6-7238939C9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Repeated cross-sections</a:t>
            </a:r>
          </a:p>
          <a:p>
            <a:r>
              <a:rPr lang="en-US" dirty="0"/>
              <a:t>Surveys ~1500 households and obtains information on ~4000 refugees per wave. </a:t>
            </a:r>
          </a:p>
          <a:p>
            <a:pPr lvl="1"/>
            <a:r>
              <a:rPr lang="en-US" dirty="0"/>
              <a:t>Proxy reporting for household members who are not “primary applicant”</a:t>
            </a:r>
          </a:p>
          <a:p>
            <a:r>
              <a:rPr lang="en-US" dirty="0"/>
              <a:t>No changes in question wording or survey method</a:t>
            </a:r>
          </a:p>
          <a:p>
            <a:r>
              <a:rPr lang="en-US" dirty="0"/>
              <a:t>Sampling frame is the Office of Refugee Resettlement’s Refugee Admissions Data System</a:t>
            </a:r>
          </a:p>
          <a:p>
            <a:r>
              <a:rPr lang="en-US" dirty="0"/>
              <a:t>Only surveys refugees who arrived in the past 5 years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43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2EDB-4619-4CA0-A04E-88BB4A474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Measures: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AE67-E4C0-4C52-B651-C0A3D2011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Economic Integration DV’s:</a:t>
            </a:r>
          </a:p>
          <a:p>
            <a:pPr lvl="1"/>
            <a:r>
              <a:rPr lang="en-US" dirty="0"/>
              <a:t> Self-sufficiency (not using any public assistance programs and living on earned income)</a:t>
            </a:r>
          </a:p>
          <a:p>
            <a:pPr lvl="1"/>
            <a:r>
              <a:rPr lang="en-US" dirty="0"/>
              <a:t>Time to first job/finding a job within the first year</a:t>
            </a:r>
          </a:p>
          <a:p>
            <a:pPr lvl="1"/>
            <a:r>
              <a:rPr lang="en-US" dirty="0"/>
              <a:t>Weekly working hours</a:t>
            </a:r>
          </a:p>
          <a:p>
            <a:endParaRPr lang="en-US" dirty="0"/>
          </a:p>
          <a:p>
            <a:r>
              <a:rPr lang="en-US" dirty="0"/>
              <a:t>Pre and Post Contexts: Places of origin/resettlement , work sectors, year arrived and time periods. </a:t>
            </a:r>
          </a:p>
          <a:p>
            <a:endParaRPr lang="en-US" dirty="0"/>
          </a:p>
          <a:p>
            <a:r>
              <a:rPr lang="en-US" dirty="0"/>
              <a:t>Pre and Post Human Capital: Years of Education, enrollment in a US Job or English training program.  English proficiency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18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B8E1-2C47-4051-82CE-E627E2FE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Refugees are a diverse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437D-A377-4DBA-AFFB-AD9102188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814CD-9B69-47C4-ABFE-88ECFDA4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28" y="2167856"/>
            <a:ext cx="7838636" cy="1759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D7219-7B96-4F24-84A6-51758B5DC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3927550"/>
            <a:ext cx="7729728" cy="272311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FB9166C-EB93-4BA2-850D-D3C8B20A014A}"/>
              </a:ext>
            </a:extLst>
          </p:cNvPr>
          <p:cNvSpPr/>
          <p:nvPr/>
        </p:nvSpPr>
        <p:spPr>
          <a:xfrm>
            <a:off x="8548382" y="3835744"/>
            <a:ext cx="1082031" cy="379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6346BE-7D4D-4BE0-A4E2-6A417591616F}"/>
              </a:ext>
            </a:extLst>
          </p:cNvPr>
          <p:cNvSpPr txBox="1"/>
          <p:nvPr/>
        </p:nvSpPr>
        <p:spPr>
          <a:xfrm>
            <a:off x="4971508" y="21652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1F4A9-D294-4973-B100-6974F662460A}"/>
              </a:ext>
            </a:extLst>
          </p:cNvPr>
          <p:cNvSpPr txBox="1"/>
          <p:nvPr/>
        </p:nvSpPr>
        <p:spPr>
          <a:xfrm>
            <a:off x="6207853" y="21652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A32A5-6A07-4E6B-9128-1342D2CEEF10}"/>
              </a:ext>
            </a:extLst>
          </p:cNvPr>
          <p:cNvSpPr txBox="1"/>
          <p:nvPr/>
        </p:nvSpPr>
        <p:spPr>
          <a:xfrm>
            <a:off x="7444198" y="21652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75DB3-5A45-4363-99D0-6DBCFCDF0B2D}"/>
              </a:ext>
            </a:extLst>
          </p:cNvPr>
          <p:cNvSpPr txBox="1"/>
          <p:nvPr/>
        </p:nvSpPr>
        <p:spPr>
          <a:xfrm>
            <a:off x="8680543" y="2153412"/>
            <a:ext cx="82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Pooled</a:t>
            </a:r>
          </a:p>
        </p:txBody>
      </p:sp>
    </p:spTree>
    <p:extLst>
      <p:ext uri="{BB962C8B-B14F-4D97-AF65-F5344CB8AC3E}">
        <p14:creationId xmlns:p14="http://schemas.microsoft.com/office/powerpoint/2010/main" val="275451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7E21-15A0-45FE-A95D-ED5D350D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9FF4-1ED8-451D-B93E-5DEFDFF8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0">
              <a:buNone/>
            </a:pPr>
            <a:endParaRPr lang="en-US" dirty="0"/>
          </a:p>
          <a:p>
            <a:r>
              <a:rPr lang="en-US" dirty="0"/>
              <a:t>Binary Logit models for everything but the weekly working hours model. </a:t>
            </a:r>
          </a:p>
          <a:p>
            <a:endParaRPr lang="en-US" dirty="0"/>
          </a:p>
          <a:p>
            <a:r>
              <a:rPr lang="en-US" dirty="0"/>
              <a:t>Multiple Imputation with the MICE package</a:t>
            </a:r>
          </a:p>
          <a:p>
            <a:pPr lvl="1"/>
            <a:r>
              <a:rPr lang="en-US" dirty="0"/>
              <a:t>Allows for better comparisons with Tran and Laura-Garcia (2020)</a:t>
            </a:r>
          </a:p>
          <a:p>
            <a:pPr lvl="1"/>
            <a:r>
              <a:rPr lang="en-US" dirty="0"/>
              <a:t>Run the analysis on 21 imputation datasets and then pool the coefficient estimates.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97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7C1A-9C4E-42B9-8B64-48EEFDEC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Self-Sufficiency</a:t>
            </a:r>
          </a:p>
        </p:txBody>
      </p:sp>
      <p:pic>
        <p:nvPicPr>
          <p:cNvPr id="7" name="slide3" descr="Comparing Economic Self-Sufficiency Predictors">
            <a:extLst>
              <a:ext uri="{FF2B5EF4-FFF2-40B4-BE49-F238E27FC236}">
                <a16:creationId xmlns:a16="http://schemas.microsoft.com/office/drawing/2014/main" id="{DC4824F9-1C64-4526-9AC3-C1CB445A8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415" y="2345125"/>
            <a:ext cx="8271169" cy="419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1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FCD-C7EB-44F8-B3D7-7561E8BF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Job Within a Year</a:t>
            </a:r>
          </a:p>
        </p:txBody>
      </p:sp>
      <p:pic>
        <p:nvPicPr>
          <p:cNvPr id="4" name="slide5" descr="Comparing Job in a Year Predictors">
            <a:extLst>
              <a:ext uri="{FF2B5EF4-FFF2-40B4-BE49-F238E27FC236}">
                <a16:creationId xmlns:a16="http://schemas.microsoft.com/office/drawing/2014/main" id="{D0ED2280-109A-43E5-9CD6-9677DCCBE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985" y="2332781"/>
            <a:ext cx="8084030" cy="405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48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90B0-F6DE-4C52-9989-CE1E1152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Working Hours</a:t>
            </a:r>
          </a:p>
        </p:txBody>
      </p:sp>
      <p:pic>
        <p:nvPicPr>
          <p:cNvPr id="4" name="slide6" descr="Comparing Weekly Working Hours Predictors">
            <a:extLst>
              <a:ext uri="{FF2B5EF4-FFF2-40B4-BE49-F238E27FC236}">
                <a16:creationId xmlns:a16="http://schemas.microsoft.com/office/drawing/2014/main" id="{0D4C8181-277A-4CEE-AE31-25F82E987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224" y="2342269"/>
            <a:ext cx="8805551" cy="398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8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4F7A-EE9D-47F5-91B9-95A38821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8E6F5-706E-4A33-833C-D24F80461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These findings generally do not support a blank slate argument</a:t>
            </a:r>
          </a:p>
          <a:p>
            <a:pPr lvl="1"/>
            <a:r>
              <a:rPr lang="en-US" dirty="0"/>
              <a:t>Time to first job analysis is the strongest blank slate evidence</a:t>
            </a:r>
          </a:p>
          <a:p>
            <a:endParaRPr lang="en-US" dirty="0"/>
          </a:p>
          <a:p>
            <a:r>
              <a:rPr lang="en-US" dirty="0"/>
              <a:t>Human capital and contexts both predicted most forms of economic integration</a:t>
            </a:r>
          </a:p>
          <a:p>
            <a:pPr lvl="1"/>
            <a:r>
              <a:rPr lang="en-US" dirty="0"/>
              <a:t>Generally, human capital was a stronger predictor than contexts. </a:t>
            </a:r>
          </a:p>
          <a:p>
            <a:endParaRPr lang="en-US" dirty="0"/>
          </a:p>
          <a:p>
            <a:r>
              <a:rPr lang="en-US" dirty="0"/>
              <a:t>Those who waited longer to get their first job where more likely to be economically self-sufficient.</a:t>
            </a:r>
          </a:p>
          <a:p>
            <a:pPr lvl="1"/>
            <a:r>
              <a:rPr lang="en-US" dirty="0"/>
              <a:t>Direct evidence against foundational goals of the Office of Refugee Resettlement and Population, Refugee, and Migration Bureau of the State Department.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9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0ED7-C695-477C-A927-66EE395E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FF2A-E233-4B39-A3E6-F307ACEF4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Getting a good job quickly is important</a:t>
            </a:r>
          </a:p>
          <a:p>
            <a:pPr lvl="1"/>
            <a:r>
              <a:rPr lang="en-US" dirty="0"/>
              <a:t>How can we help refugees get a job they feel meets their needs quickly?</a:t>
            </a:r>
          </a:p>
          <a:p>
            <a:pPr lvl="2"/>
            <a:r>
              <a:rPr lang="en-US" dirty="0"/>
              <a:t>Probably need a qualitative exploration before running statistics</a:t>
            </a:r>
          </a:p>
          <a:p>
            <a:r>
              <a:rPr lang="en-US" dirty="0"/>
              <a:t>Getting a job quickly is an enigma </a:t>
            </a:r>
          </a:p>
          <a:p>
            <a:pPr lvl="1"/>
            <a:r>
              <a:rPr lang="en-US" dirty="0"/>
              <a:t>This is paradoxical because assimilating into the labor market of the host context is assimilation in the sense that New Assimilation Theory and Segmented Assimilation Theory theorize. </a:t>
            </a:r>
          </a:p>
          <a:p>
            <a:pPr lvl="1"/>
            <a:endParaRPr lang="en-US" dirty="0"/>
          </a:p>
          <a:p>
            <a:r>
              <a:rPr lang="en-US" dirty="0"/>
              <a:t>What about the instances where human capital and contexts didn’t predict economic integration?</a:t>
            </a:r>
          </a:p>
        </p:txBody>
      </p:sp>
    </p:spTree>
    <p:extLst>
      <p:ext uri="{BB962C8B-B14F-4D97-AF65-F5344CB8AC3E}">
        <p14:creationId xmlns:p14="http://schemas.microsoft.com/office/powerpoint/2010/main" val="884113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B543-095B-4804-97F0-721284D4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7603-5146-4363-87EB-5EEF4EFD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(and the literature) should consider these variables as either alterable or unalterable. This would’ve been a more engaging story. </a:t>
            </a:r>
          </a:p>
          <a:p>
            <a:pPr lvl="1"/>
            <a:r>
              <a:rPr lang="en-US" dirty="0"/>
              <a:t>Contexts and demographics are unalterable. Human capital is alterable.</a:t>
            </a:r>
          </a:p>
          <a:p>
            <a:pPr lvl="2"/>
            <a:r>
              <a:rPr lang="en-US" dirty="0"/>
              <a:t>Which contribute more to economic self-sufficiency? </a:t>
            </a:r>
          </a:p>
          <a:p>
            <a:r>
              <a:rPr lang="en-US" dirty="0"/>
              <a:t>Weighting the data is easy, imputation is doable. Both together is really hard. </a:t>
            </a:r>
          </a:p>
          <a:p>
            <a:r>
              <a:rPr lang="en-US" dirty="0"/>
              <a:t>I wish I took </a:t>
            </a:r>
            <a:r>
              <a:rPr lang="en-US"/>
              <a:t>some computer science </a:t>
            </a:r>
            <a:r>
              <a:rPr lang="en-US" dirty="0"/>
              <a:t>classes. </a:t>
            </a:r>
          </a:p>
        </p:txBody>
      </p:sp>
    </p:spTree>
    <p:extLst>
      <p:ext uri="{BB962C8B-B14F-4D97-AF65-F5344CB8AC3E}">
        <p14:creationId xmlns:p14="http://schemas.microsoft.com/office/powerpoint/2010/main" val="6973522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1359</TotalTime>
  <Words>700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Parcel</vt:lpstr>
      <vt:lpstr>Do Refugees Who Become Economically Self-Sufficient Start With Nothing?</vt:lpstr>
      <vt:lpstr>Outline</vt:lpstr>
      <vt:lpstr>Refugees are not migrants or asylum seekers </vt:lpstr>
      <vt:lpstr>Getting a sense of Scale</vt:lpstr>
      <vt:lpstr>Background </vt:lpstr>
      <vt:lpstr>Sociology and Refugee Studies offer perspectives</vt:lpstr>
      <vt:lpstr>I am interested in the relationship between individual traits and contexts</vt:lpstr>
      <vt:lpstr>Data: Annual Survey of Refugees 2016-2018</vt:lpstr>
      <vt:lpstr>Measures: Variables</vt:lpstr>
      <vt:lpstr>Refugees are a diverse group</vt:lpstr>
      <vt:lpstr>Analysis</vt:lpstr>
      <vt:lpstr>Economic Self-Sufficiency</vt:lpstr>
      <vt:lpstr>Find a Job Within a Year</vt:lpstr>
      <vt:lpstr>Weekly Working Hours</vt:lpstr>
      <vt:lpstr>Conclusion</vt:lpstr>
      <vt:lpstr>New directions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Scholes</dc:creator>
  <cp:lastModifiedBy>Paul Scholes</cp:lastModifiedBy>
  <cp:revision>38</cp:revision>
  <dcterms:created xsi:type="dcterms:W3CDTF">2022-02-17T14:18:32Z</dcterms:created>
  <dcterms:modified xsi:type="dcterms:W3CDTF">2022-10-24T17:27:04Z</dcterms:modified>
</cp:coreProperties>
</file>